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8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22974" y="1260574"/>
            <a:ext cx="469805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DROP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839149" y="2155924"/>
            <a:ext cx="346570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숫자병합 게임 기획서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590736" y="3495675"/>
            <a:ext cx="19623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2026.01.02 | Version 1.0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301502"/>
            <a:ext cx="3829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796802"/>
            <a:ext cx="3754636" cy="12189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프로젝트명: Number Drop (숫자병합)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장르: 캐주얼 퍼즐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플랫폼: Android, iOS, Web (PWA)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타겟: 전연령 캐주얼 게이머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3168104"/>
            <a:ext cx="3829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3663404"/>
            <a:ext cx="3754636" cy="5587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- Number Drop 시리즈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 계열 퍼즐 게임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53086" y="1301502"/>
            <a:ext cx="4310063" cy="3073003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76899" y="1301502"/>
            <a:ext cx="0" cy="3073003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612" y="1555403"/>
            <a:ext cx="1007418" cy="276225"/>
          </a:xfrm>
          <a:prstGeom prst="roundRect">
            <a:avLst>
              <a:gd name="adj" fmla="val 18391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6113" y="1593503"/>
            <a:ext cx="820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612" y="1958578"/>
            <a:ext cx="3829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친화적 광고 정책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612" y="2453878"/>
            <a:ext cx="3754636" cy="121890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강제 광고 없음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가능한 광고만 적용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레벨업/클리어 시 광고 금지</a:t>
            </a:r>
            <a:endParaRPr lang="en-US" sz="1300" dirty="0"/>
          </a:p>
          <a:p>
            <a:pPr algn="l"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신뢰 = 장기 리텐션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게임플레이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7952"/>
            <a:ext cx="2624733" cy="2911376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815703"/>
            <a:ext cx="2243733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28452"/>
            <a:ext cx="2288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메커니즘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977628"/>
            <a:ext cx="2243733" cy="1828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생성: 상단에서 숫자 블록 생성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이동: 좌/우로 위치 선택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드롭: 터치로 아래로 떨어뜨림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병합: 같은 숫자 = 2배 숫자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9634" y="1237952"/>
            <a:ext cx="2624733" cy="2911376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50134" y="1815703"/>
            <a:ext cx="2243733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0134" y="1428452"/>
            <a:ext cx="2288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병합 규칙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0134" y="1977628"/>
            <a:ext cx="2243733" cy="1136154"/>
          </a:xfrm>
          <a:prstGeom prst="roundRect">
            <a:avLst>
              <a:gd name="adj" fmla="val 6707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57186" y="2167979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 =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57186" y="244093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+ 4 = 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7186" y="2713881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1024 + 1024 = 2048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0134" y="3266182"/>
            <a:ext cx="2243733" cy="476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연쇄 병합 시 콤보 점수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고득점 블록 보너스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38267" y="1237952"/>
            <a:ext cx="2624733" cy="2911376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28767" y="1815703"/>
            <a:ext cx="2243733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8767" y="1428452"/>
            <a:ext cx="2288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오버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8767" y="1977628"/>
            <a:ext cx="2243733" cy="476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블록이 최상단 초과 시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 블록 공간 없을 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8767" y="2993529"/>
            <a:ext cx="2243733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8767" y="2606278"/>
            <a:ext cx="22886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시스템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28767" y="3155454"/>
            <a:ext cx="2243733" cy="4762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병합 = 숫자 값</a:t>
            </a:r>
            <a:endParaRPr lang="en-US" sz="1200" dirty="0"/>
          </a:p>
          <a:p>
            <a:pPr algn="l"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콤보 = 기본 x 배율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게임 모드 및 난이도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237952"/>
            <a:ext cx="1952625" cy="22857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261765"/>
            <a:ext cx="1952625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476077"/>
            <a:ext cx="16030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1879253"/>
            <a:ext cx="1603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 없이 최고 점수 도전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1500" y="2455515"/>
            <a:ext cx="1571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587228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8601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그리드: 5x7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1500" y="30823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숫자: 2,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24125" y="1237952"/>
            <a:ext cx="1952625" cy="22857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524125" y="1261765"/>
            <a:ext cx="1952625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14625" y="1476077"/>
            <a:ext cx="16030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타임어택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14625" y="1879253"/>
            <a:ext cx="1603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제한 시간 내 최고 점수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14625" y="2455515"/>
            <a:ext cx="1571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4625" y="2587228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14625" y="28601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그리드: 5x8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14625" y="30823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숫자: 2, 4, 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7250" y="1237952"/>
            <a:ext cx="1952625" cy="22857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1261765"/>
            <a:ext cx="1952625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7750" y="1476077"/>
            <a:ext cx="16030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57750" y="1879253"/>
            <a:ext cx="1603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점수 달성 시 클리어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57750" y="2455515"/>
            <a:ext cx="1571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2587228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57750" y="28601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그리드: 4x8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57750" y="3082379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숫자: 2, 4, 8,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10375" y="1237952"/>
            <a:ext cx="1952625" cy="2285702"/>
          </a:xfrm>
          <a:prstGeom prst="roundRect">
            <a:avLst>
              <a:gd name="adj" fmla="val 52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810375" y="1261765"/>
            <a:ext cx="1952625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0875" y="1476077"/>
            <a:ext cx="160305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00875" y="1879253"/>
            <a:ext cx="1603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정해진 수 안에 목표 달성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00875" y="2455515"/>
            <a:ext cx="1571625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0875" y="2587228"/>
            <a:ext cx="1603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옵션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00875" y="2888754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연쇄 병합 ON/OFF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00875" y="3110954"/>
            <a:ext cx="16030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표시 ON/OFF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아이템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301502"/>
            <a:ext cx="1905149" cy="2447479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6050" y="1555403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21166" y="1696641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0927" y="2380804"/>
            <a:ext cx="14252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0927" y="2812554"/>
            <a:ext cx="1425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영역 블록 제거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0927" y="3114080"/>
            <a:ext cx="14252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광고 시청 / 포인트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0050" y="1301502"/>
            <a:ext cx="1905149" cy="2447479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75099" y="1555403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8867" y="1696641"/>
            <a:ext cx="2073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79977" y="2380804"/>
            <a:ext cx="14252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셔플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79977" y="2812554"/>
            <a:ext cx="1425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위치 재배치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79977" y="3114080"/>
            <a:ext cx="14252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광고 시청 / 포인트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99099" y="1301502"/>
            <a:ext cx="1905149" cy="2447479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149" y="1555403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39265" y="1696641"/>
            <a:ext cx="224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939027" y="2380804"/>
            <a:ext cx="14252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9027" y="2812554"/>
            <a:ext cx="1425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동작 취소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9027" y="3114080"/>
            <a:ext cx="14252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광고 시청 / 포인트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149" y="1301502"/>
            <a:ext cx="1905149" cy="2447479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93198" y="1555403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63855" y="1696641"/>
            <a:ext cx="2934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098076" y="2380804"/>
            <a:ext cx="14252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와일드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98076" y="2812554"/>
            <a:ext cx="1425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숫자와도 병합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98076" y="3114080"/>
            <a:ext cx="1425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연쇄 보상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광고 정책 (사용자 친화적)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4552"/>
            <a:ext cx="4064050" cy="1463576"/>
          </a:xfrm>
          <a:prstGeom prst="roundRect">
            <a:avLst>
              <a:gd name="adj" fmla="val 6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1174552"/>
            <a:ext cx="0" cy="1463576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326952"/>
            <a:ext cx="37858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허용되는 광고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1025" y="1717477"/>
            <a:ext cx="3711625" cy="6158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상단/하단 고정 배너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 받기 시 보상형 광고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아이템 사용 시 광고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2765078"/>
            <a:ext cx="4064050" cy="1685776"/>
          </a:xfrm>
          <a:prstGeom prst="roundRect">
            <a:avLst>
              <a:gd name="adj" fmla="val 60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765078"/>
            <a:ext cx="0" cy="1685776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1025" y="2917478"/>
            <a:ext cx="37858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금지되는 광고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1025" y="3308003"/>
            <a:ext cx="3711625" cy="8380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기반 자동 광고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레벨업 시 광고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스테이지 클리어 시 광고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무조건적 광고 표시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98950" y="1174552"/>
            <a:ext cx="4064050" cy="3047702"/>
          </a:xfrm>
          <a:prstGeom prst="roundRect">
            <a:avLst>
              <a:gd name="adj" fmla="val 3334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1350" y="1326952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UX 원칙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1350" y="1707952"/>
            <a:ext cx="3759250" cy="8380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버튼에 광고 아이콘 명시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예측 가능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클릭 시에만 광고 재생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자발적 시청 유도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1350" y="2698403"/>
            <a:ext cx="383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1350" y="3079403"/>
            <a:ext cx="3759250" cy="8380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신뢰 확보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리텐션 향상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긍정적 리뷰 유도</a:t>
            </a:r>
            <a:endParaRPr lang="en-US" sz="10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자연스러운 수익화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광고 제거 상품 (2-Tier 모델)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4552"/>
            <a:ext cx="4025950" cy="3480048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5051" y="1365052"/>
            <a:ext cx="3717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5051" y="1707952"/>
            <a:ext cx="37178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5051" y="2161877"/>
            <a:ext cx="37178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7일간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514302"/>
            <a:ext cx="3644950" cy="9142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배너 광고 제거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보상형 광고 계속 이용 가능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저부담 체험 기회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전환 유도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0850" y="1174552"/>
            <a:ext cx="4102150" cy="3480048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38100">
            <a:solidFill>
              <a:srgbClr val="F96D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15534" y="1403152"/>
            <a:ext cx="592634" cy="244376"/>
          </a:xfrm>
          <a:prstGeom prst="roundRect">
            <a:avLst>
              <a:gd name="adj" fmla="val 51969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9097" y="1453902"/>
            <a:ext cx="3455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3001" y="1774478"/>
            <a:ext cx="37178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53001" y="2117378"/>
            <a:ext cx="37178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53001" y="2571304"/>
            <a:ext cx="37178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9450" y="2923729"/>
            <a:ext cx="3644950" cy="9142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배너 광고 영구 제거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보상형 광고 계속 이용 가능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 할인 (vs 체험권 반복)</a:t>
            </a:r>
            <a:endParaRPr lang="en-US" sz="1100" dirty="0"/>
          </a:p>
          <a:p>
            <a:pPr algn="l" marL="190500" indent="-1905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업그레이드 보너스 아이템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" y="4845100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보상형 광고는 상품 구매와 관계없이 항상 이용 가능 (포인트/아이템 획득용)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UI 와이어프레임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74552"/>
            <a:ext cx="1952625" cy="3034903"/>
          </a:xfrm>
          <a:prstGeom prst="roundRect">
            <a:avLst>
              <a:gd name="adj" fmla="val 5203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5005" y="1276052"/>
            <a:ext cx="178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화면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2501" y="1568053"/>
            <a:ext cx="1749623" cy="2539901"/>
          </a:xfrm>
          <a:prstGeom prst="roundRect">
            <a:avLst>
              <a:gd name="adj" fmla="val 290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451" y="1733104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3356" y="1771204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[상단 배너 광고]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51" y="2002929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DROP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451" y="2187029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[게임 시작]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451" y="239018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[이어하기]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451" y="259333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[랭킹]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451" y="279648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[설정] [사운드]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451" y="2999631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3356" y="3037731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[하단 배너 광고]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24125" y="1174552"/>
            <a:ext cx="1952625" cy="3034903"/>
          </a:xfrm>
          <a:prstGeom prst="roundRect">
            <a:avLst>
              <a:gd name="adj" fmla="val 5203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08130" y="1276052"/>
            <a:ext cx="178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플레이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25626" y="1568053"/>
            <a:ext cx="1749623" cy="2539901"/>
          </a:xfrm>
          <a:prstGeom prst="roundRect">
            <a:avLst>
              <a:gd name="adj" fmla="val 290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52576" y="1733104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776481" y="1771204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[상단 배너 광고]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52576" y="2002929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12,450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52576" y="2187029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[4]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52576" y="237113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5x5 게임 그리드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52576" y="257428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배치 영역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52576" y="277743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[폭탄] [셔플] [언두]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52576" y="2980581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76481" y="3018681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[하단 배너 광고]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7250" y="1174552"/>
            <a:ext cx="1952625" cy="3034903"/>
          </a:xfrm>
          <a:prstGeom prst="roundRect">
            <a:avLst>
              <a:gd name="adj" fmla="val 5203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1255" y="1276052"/>
            <a:ext cx="178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오버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68751" y="1568053"/>
            <a:ext cx="1749623" cy="2539901"/>
          </a:xfrm>
          <a:prstGeom prst="roundRect">
            <a:avLst>
              <a:gd name="adj" fmla="val 290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95701" y="1733104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19606" y="1771204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[상단 배너 광고]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95701" y="2002929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5701" y="2187029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12,450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5701" y="2371130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89,200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5701" y="255523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[광고 부활]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5701" y="2758380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[다시하기]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5701" y="2961531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[메인으로]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5701" y="3164681"/>
            <a:ext cx="1495723" cy="219075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19606" y="3202781"/>
            <a:ext cx="1447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[하단 배너 광고]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10375" y="1174552"/>
            <a:ext cx="1952625" cy="3034903"/>
          </a:xfrm>
          <a:prstGeom prst="roundRect">
            <a:avLst>
              <a:gd name="adj" fmla="val 5203"/>
            </a:avLst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94380" y="1276052"/>
            <a:ext cx="178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11876" y="1568053"/>
            <a:ext cx="1749623" cy="2539901"/>
          </a:xfrm>
          <a:prstGeom prst="roundRect">
            <a:avLst>
              <a:gd name="adj" fmla="val 290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38826" y="1745754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제거 상품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38826" y="1948904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체험권 $0.99 / 7일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38826" y="2152055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$2.99 / 영구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38826" y="2355205"/>
            <a:ext cx="1525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 충전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38826" y="2558355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100P - $0.99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38826" y="2742456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500P - $3.99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38826" y="2926556"/>
            <a:ext cx="1525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1000P - $6.99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기술 스택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136452"/>
            <a:ext cx="4095750" cy="1326356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155502"/>
            <a:ext cx="4095750" cy="0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2501" y="1276052"/>
            <a:ext cx="3970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2501" y="1510903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 3 - 게임 엔진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2501" y="1688604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+ Vite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2501" y="1847255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- 메뉴/설정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2501" y="2024955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501" y="2183606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- 상태관리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564309"/>
            <a:ext cx="4095750" cy="1148655"/>
          </a:xfrm>
          <a:prstGeom prst="roundRect">
            <a:avLst>
              <a:gd name="adj" fmla="val 6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2583359"/>
            <a:ext cx="4095750" cy="0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501" y="2703909"/>
            <a:ext cx="3970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501" y="2938760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501" y="3097411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- 데이터베이스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501" y="3275112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- 캐시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501" y="3452813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1136452"/>
            <a:ext cx="4095750" cy="990005"/>
          </a:xfrm>
          <a:prstGeom prst="roundRect">
            <a:avLst>
              <a:gd name="adj" fmla="val 76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1155502"/>
            <a:ext cx="4095750" cy="0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8751" y="1276052"/>
            <a:ext cx="3970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8751" y="1510903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- 컨테이너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68751" y="1688604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- 웹서버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8751" y="1866305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Vercel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7250" y="2227957"/>
            <a:ext cx="4095750" cy="970955"/>
          </a:xfrm>
          <a:prstGeom prst="roundRect">
            <a:avLst>
              <a:gd name="adj" fmla="val 78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7250" y="2247007"/>
            <a:ext cx="4095750" cy="0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8751" y="2367558"/>
            <a:ext cx="3970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Deploy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8751" y="2602409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- Service Worker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68751" y="2761059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- 네이티브 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8751" y="2938760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/ App Store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7250" y="3300413"/>
            <a:ext cx="4095750" cy="812304"/>
          </a:xfrm>
          <a:prstGeom prst="roundRect">
            <a:avLst>
              <a:gd name="adj" fmla="val 93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7250" y="3319463"/>
            <a:ext cx="4095750" cy="0"/>
          </a:xfrm>
          <a:prstGeom prst="line">
            <a:avLst/>
          </a:prstGeom>
          <a:noFill/>
          <a:ln w="38100">
            <a:solidFill>
              <a:srgbClr val="F96D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8751" y="3440013"/>
            <a:ext cx="39706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68751" y="3674864"/>
            <a:ext cx="39706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AdMob - 광고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68751" y="3852565"/>
            <a:ext cx="39706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Billing / StoreKit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4052"/>
          </a:xfrm>
          <a:prstGeom prst="rect">
            <a:avLst/>
          </a:prstGeom>
          <a:solidFill>
            <a:srgbClr val="22283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개발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492002"/>
            <a:ext cx="1554510" cy="220340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5780" y="136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9336" y="14412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0903" y="1834902"/>
            <a:ext cx="127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게임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3400" y="2215902"/>
            <a:ext cx="1249710" cy="8763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엔진 설정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생성/이동/드롭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병합 로직 구현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시스템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0903" y="3244602"/>
            <a:ext cx="1274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87910" y="1492002"/>
            <a:ext cx="1554510" cy="220340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2690" y="136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6246" y="14412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27813" y="1834902"/>
            <a:ext cx="1274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310" y="2187327"/>
            <a:ext cx="124971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메뉴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화면 UI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 화면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디자인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27813" y="3063627"/>
            <a:ext cx="1274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820" y="1492002"/>
            <a:ext cx="1554510" cy="220340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19600" y="136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33156" y="14412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4722" y="1834902"/>
            <a:ext cx="127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부가 기능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47220" y="2215902"/>
            <a:ext cx="124971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아이템 시스템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저장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사운드/진동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애니메이션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4722" y="3092202"/>
            <a:ext cx="1274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1729" y="1492002"/>
            <a:ext cx="1554510" cy="220340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26510" y="136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40066" y="14412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41632" y="1834902"/>
            <a:ext cx="127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54129" y="2215902"/>
            <a:ext cx="124971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AdMob 연동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정책 적용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광고 제거 상품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포인트 시스템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41632" y="3092202"/>
            <a:ext cx="1274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8639" y="1492002"/>
            <a:ext cx="1554510" cy="2203400"/>
          </a:xfrm>
          <a:prstGeom prst="roundRect">
            <a:avLst>
              <a:gd name="adj" fmla="val 65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33420" y="13650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946975" y="14412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48542" y="1834902"/>
            <a:ext cx="1274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22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1039" y="2215902"/>
            <a:ext cx="1249710" cy="723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설정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빌드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스토어 등록</a:t>
            </a:r>
            <a:endParaRPr lang="en-US" sz="900" dirty="0"/>
          </a:p>
          <a:p>
            <a:pPr algn="l" marL="190500" indent="-1905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설정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48542" y="3092202"/>
            <a:ext cx="12747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숫자병합 게임 기획서</dc:title>
  <dc:subject>Number Drop Game Design Document</dc:subject>
  <dc:creator>Number Drop Team</dc:creator>
  <cp:lastModifiedBy>Number Drop Team</cp:lastModifiedBy>
  <cp:revision>1</cp:revision>
  <dcterms:created xsi:type="dcterms:W3CDTF">2026-01-02T04:04:18Z</dcterms:created>
  <dcterms:modified xsi:type="dcterms:W3CDTF">2026-01-02T04:04:18Z</dcterms:modified>
</cp:coreProperties>
</file>